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4"/>
  </p:notesMasterIdLst>
  <p:sldIdLst>
    <p:sldId id="256" r:id="rId2"/>
    <p:sldId id="275" r:id="rId3"/>
    <p:sldId id="257" r:id="rId4"/>
    <p:sldId id="258" r:id="rId5"/>
    <p:sldId id="259" r:id="rId6"/>
    <p:sldId id="260" r:id="rId7"/>
    <p:sldId id="261" r:id="rId8"/>
    <p:sldId id="262" r:id="rId9"/>
    <p:sldId id="264" r:id="rId10"/>
    <p:sldId id="263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2" r:id="rId19"/>
    <p:sldId id="276" r:id="rId20"/>
    <p:sldId id="277" r:id="rId21"/>
    <p:sldId id="273" r:id="rId22"/>
    <p:sldId id="274" r:id="rId23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205" userDrawn="1">
          <p15:clr>
            <a:srgbClr val="A4A3A4"/>
          </p15:clr>
        </p15:guide>
        <p15:guide id="2" pos="4362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 showGuides="1">
      <p:cViewPr varScale="1">
        <p:scale>
          <a:sx n="56" d="100"/>
          <a:sy n="56" d="100"/>
        </p:scale>
        <p:origin x="1000" y="40"/>
      </p:cViewPr>
      <p:guideLst>
        <p:guide orient="horz" pos="2205"/>
        <p:guide pos="436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viewProps" Target="viewProp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AD96B02-3580-46CB-8DBB-BC56CB997972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D8646D2-FEC1-441F-BD01-E8ECB0401112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028209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32E52D95-4ECD-A351-D82A-A7597E883CB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부제목 2">
            <a:extLst>
              <a:ext uri="{FF2B5EF4-FFF2-40B4-BE49-F238E27FC236}">
                <a16:creationId xmlns:a16="http://schemas.microsoft.com/office/drawing/2014/main" id="{BB52EE93-D8D9-BBFB-3DA3-612E6B8AF4C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FC6D450B-1DD0-87EF-CFBF-551319CD3E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8825B8B6-407E-48B5-11B8-1929376FB1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CFC27C4E-AF1A-DEB6-BDA7-0A10AEBDD2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283913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10842F36-BD9F-446F-B65F-48FE2F5741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F34F35A5-4F5F-AD54-56E0-AF16B9B9707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3AEF23BD-2CBC-79D2-A424-936BEB85EC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324A8DA-25CD-49EF-0936-14AD6B0E54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AD079A64-79E3-EB2A-2308-F9389665AC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84608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7F048375-75DA-CA84-26AB-000D670C068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AD986CBB-04EF-24A8-FCEE-5EBEFB10736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A470A756-097E-5823-4AFE-5735BE8E1C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CBDC3BFA-7018-C96E-79F3-FDE7342F28F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EBABF811-88B0-9299-516F-1208142F90A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26518553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8B94E092-D2D4-6CEF-4695-1339D8FC411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55FF5405-81E4-E2BF-7E4D-1FF0FAD066A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2BC249B7-ADC3-65D1-A9CE-A44F582228D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2F1013CB-C78F-2762-563F-1306A6497D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07D0F9DC-5609-E1D5-D55D-3B1E3B2F77B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643AAA0E-B15B-30BF-74DE-80A367E287A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668626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D57A0470-E0DA-D75D-1C92-8EC7308EF2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D95784FB-7BFB-D24F-6ADD-41B9B25857F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내용 개체 틀 3">
            <a:extLst>
              <a:ext uri="{FF2B5EF4-FFF2-40B4-BE49-F238E27FC236}">
                <a16:creationId xmlns:a16="http://schemas.microsoft.com/office/drawing/2014/main" id="{032739DF-4058-9049-9A50-0AE1D4A8A0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5" name="텍스트 개체 틀 4">
            <a:extLst>
              <a:ext uri="{FF2B5EF4-FFF2-40B4-BE49-F238E27FC236}">
                <a16:creationId xmlns:a16="http://schemas.microsoft.com/office/drawing/2014/main" id="{820540BB-5554-2745-886E-7E687673145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내용 개체 틀 5">
            <a:extLst>
              <a:ext uri="{FF2B5EF4-FFF2-40B4-BE49-F238E27FC236}">
                <a16:creationId xmlns:a16="http://schemas.microsoft.com/office/drawing/2014/main" id="{A3F0E5CD-38BB-8135-0631-43FE947E16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7" name="날짜 개체 틀 6">
            <a:extLst>
              <a:ext uri="{FF2B5EF4-FFF2-40B4-BE49-F238E27FC236}">
                <a16:creationId xmlns:a16="http://schemas.microsoft.com/office/drawing/2014/main" id="{81144E20-9DFB-319E-73B0-6DF14F61B6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8" name="바닥글 개체 틀 7">
            <a:extLst>
              <a:ext uri="{FF2B5EF4-FFF2-40B4-BE49-F238E27FC236}">
                <a16:creationId xmlns:a16="http://schemas.microsoft.com/office/drawing/2014/main" id="{3F9E1F44-605F-BF72-CF3B-19AB690FF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>
            <a:extLst>
              <a:ext uri="{FF2B5EF4-FFF2-40B4-BE49-F238E27FC236}">
                <a16:creationId xmlns:a16="http://schemas.microsoft.com/office/drawing/2014/main" id="{CEEEA155-E88D-F35C-690F-12D4FAE3871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8654949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BEFF37C1-F831-DFD4-5406-F6E764F47C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>
            <a:extLst>
              <a:ext uri="{FF2B5EF4-FFF2-40B4-BE49-F238E27FC236}">
                <a16:creationId xmlns:a16="http://schemas.microsoft.com/office/drawing/2014/main" id="{9FC95823-022B-1BF3-DE27-D54C94875F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4" name="바닥글 개체 틀 3">
            <a:extLst>
              <a:ext uri="{FF2B5EF4-FFF2-40B4-BE49-F238E27FC236}">
                <a16:creationId xmlns:a16="http://schemas.microsoft.com/office/drawing/2014/main" id="{A9AD5643-4106-0BEA-51EE-8206813B29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>
            <a:extLst>
              <a:ext uri="{FF2B5EF4-FFF2-40B4-BE49-F238E27FC236}">
                <a16:creationId xmlns:a16="http://schemas.microsoft.com/office/drawing/2014/main" id="{D0DEDFE2-0D1A-0A35-68B3-94FCC07CEB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9175162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>
            <a:extLst>
              <a:ext uri="{FF2B5EF4-FFF2-40B4-BE49-F238E27FC236}">
                <a16:creationId xmlns:a16="http://schemas.microsoft.com/office/drawing/2014/main" id="{9B271576-33AA-91B7-AC43-3B0AAF31BF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3" name="바닥글 개체 틀 2">
            <a:extLst>
              <a:ext uri="{FF2B5EF4-FFF2-40B4-BE49-F238E27FC236}">
                <a16:creationId xmlns:a16="http://schemas.microsoft.com/office/drawing/2014/main" id="{47D06B3E-0B78-61C3-ADB0-545BB1D8BD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>
            <a:extLst>
              <a:ext uri="{FF2B5EF4-FFF2-40B4-BE49-F238E27FC236}">
                <a16:creationId xmlns:a16="http://schemas.microsoft.com/office/drawing/2014/main" id="{F26BD789-DE5E-6146-A00A-E677DEB340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1631663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954A797F-E806-CA08-DEAA-ABCC0FCF2F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내용 개체 틀 2">
            <a:extLst>
              <a:ext uri="{FF2B5EF4-FFF2-40B4-BE49-F238E27FC236}">
                <a16:creationId xmlns:a16="http://schemas.microsoft.com/office/drawing/2014/main" id="{89EDFF51-12EE-D397-935F-F1E17E1C50D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9743E1CC-CE24-4933-8E46-F9A99265923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8904E0C2-3E1C-FECF-736E-2161DAB133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40077EB-803E-A930-24BE-640D5959F3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D7993910-791E-5707-D72F-B82821686C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209278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F5590A9C-F462-098B-D2EC-A1C7E6D6F3D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그림 개체 틀 2">
            <a:extLst>
              <a:ext uri="{FF2B5EF4-FFF2-40B4-BE49-F238E27FC236}">
                <a16:creationId xmlns:a16="http://schemas.microsoft.com/office/drawing/2014/main" id="{18343007-EB60-BD96-17FA-B38F7ADAF0B6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>
            <a:extLst>
              <a:ext uri="{FF2B5EF4-FFF2-40B4-BE49-F238E27FC236}">
                <a16:creationId xmlns:a16="http://schemas.microsoft.com/office/drawing/2014/main" id="{12410304-1CCC-65EE-EA4A-03E5915BDB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날짜 개체 틀 4">
            <a:extLst>
              <a:ext uri="{FF2B5EF4-FFF2-40B4-BE49-F238E27FC236}">
                <a16:creationId xmlns:a16="http://schemas.microsoft.com/office/drawing/2014/main" id="{F2A505AD-238E-E992-A171-158D23AF86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6" name="바닥글 개체 틀 5">
            <a:extLst>
              <a:ext uri="{FF2B5EF4-FFF2-40B4-BE49-F238E27FC236}">
                <a16:creationId xmlns:a16="http://schemas.microsoft.com/office/drawing/2014/main" id="{CC697FCA-D481-630F-90FD-AB01AF4E54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>
            <a:extLst>
              <a:ext uri="{FF2B5EF4-FFF2-40B4-BE49-F238E27FC236}">
                <a16:creationId xmlns:a16="http://schemas.microsoft.com/office/drawing/2014/main" id="{9F1899FB-2B8E-044D-39A6-2378F0E068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6257910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>
            <a:extLst>
              <a:ext uri="{FF2B5EF4-FFF2-40B4-BE49-F238E27FC236}">
                <a16:creationId xmlns:a16="http://schemas.microsoft.com/office/drawing/2014/main" id="{642609CF-6B03-1897-FBC8-094C9F114F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AA7361AF-2DBB-0274-945B-4FDAE0CA4E3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9B3E317E-CCF5-2720-50ED-78BE3799D3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E3955B2D-FF66-7964-E4F9-A294538456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DD8F22BF-6F9C-387A-573B-E11D730905A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85904916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>
            <a:extLst>
              <a:ext uri="{FF2B5EF4-FFF2-40B4-BE49-F238E27FC236}">
                <a16:creationId xmlns:a16="http://schemas.microsoft.com/office/drawing/2014/main" id="{4C31F66F-533E-5A6A-ED1C-4047286CBE6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세로 텍스트 개체 틀 2">
            <a:extLst>
              <a:ext uri="{FF2B5EF4-FFF2-40B4-BE49-F238E27FC236}">
                <a16:creationId xmlns:a16="http://schemas.microsoft.com/office/drawing/2014/main" id="{BF65C0F0-B5DE-A88F-9BFD-BB0E6381B4F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580A30CB-3213-792A-C596-98BED32522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7D39CBBD-D3C1-8B85-60D4-0EEBE4844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36B44B6A-99AC-B99E-58E5-6295623760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20969068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>
            <a:extLst>
              <a:ext uri="{FF2B5EF4-FFF2-40B4-BE49-F238E27FC236}">
                <a16:creationId xmlns:a16="http://schemas.microsoft.com/office/drawing/2014/main" id="{CE9285B6-8A55-B5A3-AFA0-829B2B029D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>
            <a:extLst>
              <a:ext uri="{FF2B5EF4-FFF2-40B4-BE49-F238E27FC236}">
                <a16:creationId xmlns:a16="http://schemas.microsoft.com/office/drawing/2014/main" id="{8F52C289-8D3C-E9B8-5A8D-473646EE72F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4" name="날짜 개체 틀 3">
            <a:extLst>
              <a:ext uri="{FF2B5EF4-FFF2-40B4-BE49-F238E27FC236}">
                <a16:creationId xmlns:a16="http://schemas.microsoft.com/office/drawing/2014/main" id="{E86C51C5-3723-F2B2-41E2-8FE7F724C61B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8E49923-4279-482B-B770-C3BA5D868C0A}" type="datetimeFigureOut">
              <a:rPr lang="ko-KR" altLang="en-US" smtClean="0"/>
              <a:t>2025-04-29</a:t>
            </a:fld>
            <a:endParaRPr lang="ko-KR" altLang="en-US"/>
          </a:p>
        </p:txBody>
      </p:sp>
      <p:sp>
        <p:nvSpPr>
          <p:cNvPr id="5" name="바닥글 개체 틀 4">
            <a:extLst>
              <a:ext uri="{FF2B5EF4-FFF2-40B4-BE49-F238E27FC236}">
                <a16:creationId xmlns:a16="http://schemas.microsoft.com/office/drawing/2014/main" id="{980CAFBC-949E-A000-685A-DF662BD37B02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>
            <a:extLst>
              <a:ext uri="{FF2B5EF4-FFF2-40B4-BE49-F238E27FC236}">
                <a16:creationId xmlns:a16="http://schemas.microsoft.com/office/drawing/2014/main" id="{670C4096-2D4F-2593-6C6D-5FEE6CC657A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E2F3117-266C-4BC3-8BAE-EFA3786F49ED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25365956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png"/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그림 4">
            <a:extLst>
              <a:ext uri="{FF2B5EF4-FFF2-40B4-BE49-F238E27FC236}">
                <a16:creationId xmlns:a16="http://schemas.microsoft.com/office/drawing/2014/main" id="{0E4C0128-2C61-11D6-2669-D2B07C393C9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5350" y="923925"/>
            <a:ext cx="10401300" cy="501015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729A9C4E-D585-0EBD-443B-9525987C4837}"/>
              </a:ext>
            </a:extLst>
          </p:cNvPr>
          <p:cNvSpPr txBox="1"/>
          <p:nvPr/>
        </p:nvSpPr>
        <p:spPr>
          <a:xfrm>
            <a:off x="7212330" y="2297430"/>
            <a:ext cx="497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fastaspi </a:t>
            </a:r>
            <a:r>
              <a:rPr lang="ko-KR" altLang="en-US" b="1">
                <a:solidFill>
                  <a:srgbClr val="FF0000"/>
                </a:solidFill>
              </a:rPr>
              <a:t>주소를 현재 </a:t>
            </a:r>
            <a:r>
              <a:rPr lang="en-US" altLang="ko-KR" b="1">
                <a:solidFill>
                  <a:srgbClr val="FF0000"/>
                </a:solidFill>
              </a:rPr>
              <a:t>wsl </a:t>
            </a:r>
            <a:r>
              <a:rPr lang="ko-KR" altLang="en-US" b="1">
                <a:solidFill>
                  <a:srgbClr val="FF0000"/>
                </a:solidFill>
              </a:rPr>
              <a:t>주소로 변환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C6D3C7D-B5F6-1FF7-2EE1-5103A7A2D84E}"/>
              </a:ext>
            </a:extLst>
          </p:cNvPr>
          <p:cNvSpPr txBox="1"/>
          <p:nvPr/>
        </p:nvSpPr>
        <p:spPr>
          <a:xfrm>
            <a:off x="7212330" y="2779395"/>
            <a:ext cx="497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cf. wsl</a:t>
            </a:r>
            <a:r>
              <a:rPr lang="ko-KR" altLang="en-US" b="1">
                <a:solidFill>
                  <a:srgbClr val="FF0000"/>
                </a:solidFill>
              </a:rPr>
              <a:t> 주소 </a:t>
            </a:r>
            <a:r>
              <a:rPr lang="en-US" altLang="ko-KR" b="1">
                <a:solidFill>
                  <a:srgbClr val="FF0000"/>
                </a:solidFill>
              </a:rPr>
              <a:t>: hostname -I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E539B171-B8F0-A383-EF33-E3D9E1DFE2CC}"/>
              </a:ext>
            </a:extLst>
          </p:cNvPr>
          <p:cNvSpPr/>
          <p:nvPr/>
        </p:nvSpPr>
        <p:spPr>
          <a:xfrm>
            <a:off x="1634490" y="2666761"/>
            <a:ext cx="5417820" cy="225029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712FFE44-6EDA-4472-80AC-8CAD3FCE5FFB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>
                <a:solidFill>
                  <a:schemeClr val="tx2"/>
                </a:solidFill>
              </a:rPr>
              <a:t>스프링부트 </a:t>
            </a:r>
            <a:r>
              <a:rPr lang="en-US" altLang="ko-KR" sz="2200" b="1">
                <a:solidFill>
                  <a:schemeClr val="tx2"/>
                </a:solidFill>
              </a:rPr>
              <a:t>ChatService.java</a:t>
            </a:r>
            <a:endParaRPr lang="ko-KR" altLang="en-US" sz="22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90582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EC5DADE-90FC-1D0E-1A8A-4E605C01CD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41B8D3E-676A-DB18-D39F-94DD79D60937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sz="2200" b="1">
                <a:solidFill>
                  <a:schemeClr val="tx2"/>
                </a:solidFill>
              </a:rPr>
              <a:t>로컬 </a:t>
            </a:r>
            <a:r>
              <a:rPr lang="en-US" altLang="ko-KR" sz="2200" b="1">
                <a:solidFill>
                  <a:schemeClr val="tx2"/>
                </a:solidFill>
              </a:rPr>
              <a:t>pc</a:t>
            </a:r>
            <a:r>
              <a:rPr lang="ko-KR" altLang="en-US" sz="2200" b="1">
                <a:solidFill>
                  <a:schemeClr val="tx2"/>
                </a:solidFill>
              </a:rPr>
              <a:t>에서 </a:t>
            </a:r>
            <a:r>
              <a:rPr lang="en-US" altLang="ko-KR" sz="2200" b="1">
                <a:solidFill>
                  <a:schemeClr val="tx2"/>
                </a:solidFill>
              </a:rPr>
              <a:t>github</a:t>
            </a:r>
            <a:r>
              <a:rPr lang="ko-KR" altLang="en-US" sz="2200" b="1">
                <a:solidFill>
                  <a:schemeClr val="tx2"/>
                </a:solidFill>
              </a:rPr>
              <a:t>로 파일 옮기기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B059689-3087-94B8-AA88-11D1F2087824}"/>
              </a:ext>
            </a:extLst>
          </p:cNvPr>
          <p:cNvSpPr txBox="1"/>
          <p:nvPr/>
        </p:nvSpPr>
        <p:spPr>
          <a:xfrm>
            <a:off x="1112002" y="1450405"/>
            <a:ext cx="10961178" cy="424731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/>
              <a:t>cd humanChatbot     </a:t>
            </a:r>
            <a:r>
              <a:rPr lang="en-US" altLang="ko-KR"/>
              <a:t>// </a:t>
            </a:r>
            <a:r>
              <a:rPr lang="ko-KR" altLang="en-US"/>
              <a:t>프로젝트 폴더로 이동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git init   // git </a:t>
            </a:r>
            <a:r>
              <a:rPr lang="ko-KR" altLang="en-US"/>
              <a:t>초기화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git checkout –b main  // main</a:t>
            </a:r>
            <a:r>
              <a:rPr lang="ko-KR" altLang="en-US"/>
              <a:t> 브랜치 생성 및 이동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git add .     // </a:t>
            </a:r>
            <a:r>
              <a:rPr lang="ko-KR" altLang="en-US"/>
              <a:t>프로젝트의 모든 파일 </a:t>
            </a:r>
            <a:r>
              <a:rPr lang="en-US" altLang="ko-KR"/>
              <a:t>git</a:t>
            </a:r>
            <a:r>
              <a:rPr lang="ko-KR" altLang="en-US"/>
              <a:t>에 추가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git commit -m "Initial commit“    // </a:t>
            </a:r>
            <a:r>
              <a:rPr lang="ko-KR" altLang="en-US"/>
              <a:t>커밋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git remote add origin https://github.com/&lt;</a:t>
            </a:r>
            <a:r>
              <a:rPr lang="ko-KR" altLang="en-US"/>
              <a:t>본인</a:t>
            </a:r>
            <a:r>
              <a:rPr lang="en-US" altLang="ko-KR"/>
              <a:t>_</a:t>
            </a:r>
            <a:r>
              <a:rPr lang="ko-KR" altLang="en-US"/>
              <a:t>깃허브</a:t>
            </a:r>
            <a:r>
              <a:rPr lang="en-US" altLang="ko-KR"/>
              <a:t>_</a:t>
            </a:r>
            <a:r>
              <a:rPr lang="ko-KR" altLang="en-US"/>
              <a:t>계정명</a:t>
            </a:r>
            <a:r>
              <a:rPr lang="en-US" altLang="ko-KR"/>
              <a:t>&gt;/humanChatbot.git   //</a:t>
            </a:r>
            <a:r>
              <a:rPr lang="ko-KR" altLang="en-US"/>
              <a:t>원격저장소 연결</a:t>
            </a:r>
            <a:endParaRPr lang="en-US" altLang="ko-KR"/>
          </a:p>
          <a:p>
            <a:endParaRPr lang="en-US" altLang="ko-KR"/>
          </a:p>
          <a:p>
            <a:r>
              <a:rPr lang="en-US" altLang="ko-KR"/>
              <a:t>git push –u origin main   // </a:t>
            </a:r>
            <a:r>
              <a:rPr lang="ko-KR" altLang="en-US"/>
              <a:t>푸시</a:t>
            </a:r>
            <a:endParaRPr lang="en-US" altLang="ko-KR"/>
          </a:p>
          <a:p>
            <a:endParaRPr lang="en-US" altLang="ko-KR"/>
          </a:p>
          <a:p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343274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70C15CF-9FB4-70CB-A755-2E700C17790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52FF9183-28C0-7545-AC27-0A415B1E8553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JENKINS</a:t>
            </a:r>
            <a:r>
              <a:rPr lang="ko-KR" altLang="en-US" sz="2200" b="1">
                <a:solidFill>
                  <a:schemeClr val="tx2"/>
                </a:solidFill>
              </a:rPr>
              <a:t>관리 </a:t>
            </a:r>
            <a:r>
              <a:rPr lang="en-US" altLang="ko-KR" sz="2200" b="1">
                <a:solidFill>
                  <a:schemeClr val="tx2"/>
                </a:solidFill>
              </a:rPr>
              <a:t>&gt; Tools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10" name="그림 9">
            <a:extLst>
              <a:ext uri="{FF2B5EF4-FFF2-40B4-BE49-F238E27FC236}">
                <a16:creationId xmlns:a16="http://schemas.microsoft.com/office/drawing/2014/main" id="{BC85E58A-7C94-8B66-883C-5DEF9398C1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62830" y="1022985"/>
            <a:ext cx="5333170" cy="5229225"/>
          </a:xfrm>
          <a:prstGeom prst="rect">
            <a:avLst/>
          </a:prstGeom>
        </p:spPr>
      </p:pic>
      <p:pic>
        <p:nvPicPr>
          <p:cNvPr id="12" name="그림 11">
            <a:extLst>
              <a:ext uri="{FF2B5EF4-FFF2-40B4-BE49-F238E27FC236}">
                <a16:creationId xmlns:a16="http://schemas.microsoft.com/office/drawing/2014/main" id="{33C2577B-3AF2-0D2D-1529-0E12527FA7E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2890" y="806539"/>
            <a:ext cx="4853378" cy="60514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438856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1C9EF5A-6FBE-C826-A74E-BA4E4DA93C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F3836ED8-C4ED-751D-C351-F299107ABCD9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JENKINS</a:t>
            </a:r>
            <a:r>
              <a:rPr lang="ko-KR" altLang="en-US" sz="2200" b="1">
                <a:solidFill>
                  <a:schemeClr val="tx2"/>
                </a:solidFill>
              </a:rPr>
              <a:t>관리 </a:t>
            </a:r>
            <a:r>
              <a:rPr lang="en-US" altLang="ko-KR" sz="2200" b="1">
                <a:solidFill>
                  <a:schemeClr val="tx2"/>
                </a:solidFill>
              </a:rPr>
              <a:t>&gt; Plugins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D64EB57-FDF8-750A-74AB-610A3827D1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4330" y="1424057"/>
            <a:ext cx="11521440" cy="4009885"/>
          </a:xfrm>
          <a:prstGeom prst="rect">
            <a:avLst/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1960B4C1-16DC-568E-DD53-737F3FAF933D}"/>
              </a:ext>
            </a:extLst>
          </p:cNvPr>
          <p:cNvSpPr txBox="1"/>
          <p:nvPr/>
        </p:nvSpPr>
        <p:spPr>
          <a:xfrm>
            <a:off x="6286500" y="2196321"/>
            <a:ext cx="49796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b="1">
                <a:solidFill>
                  <a:srgbClr val="FF0000"/>
                </a:solidFill>
              </a:rPr>
              <a:t>deploy</a:t>
            </a:r>
            <a:r>
              <a:rPr lang="ko-KR" altLang="en-US" b="1">
                <a:solidFill>
                  <a:srgbClr val="FF0000"/>
                </a:solidFill>
              </a:rPr>
              <a:t>로 조회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F5122A7C-20C5-52FE-2CD4-4BAD26C903EE}"/>
              </a:ext>
            </a:extLst>
          </p:cNvPr>
          <p:cNvSpPr/>
          <p:nvPr/>
        </p:nvSpPr>
        <p:spPr>
          <a:xfrm>
            <a:off x="354330" y="3463291"/>
            <a:ext cx="281178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13981BF-F866-6D89-1F5C-22D88DBBCD16}"/>
              </a:ext>
            </a:extLst>
          </p:cNvPr>
          <p:cNvSpPr txBox="1"/>
          <p:nvPr/>
        </p:nvSpPr>
        <p:spPr>
          <a:xfrm>
            <a:off x="7410450" y="3610121"/>
            <a:ext cx="16535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ko-KR" altLang="en-US" b="1">
                <a:solidFill>
                  <a:srgbClr val="FF0000"/>
                </a:solidFill>
              </a:rPr>
              <a:t>설치</a:t>
            </a:r>
          </a:p>
        </p:txBody>
      </p:sp>
    </p:spTree>
    <p:extLst>
      <p:ext uri="{BB962C8B-B14F-4D97-AF65-F5344CB8AC3E}">
        <p14:creationId xmlns:p14="http://schemas.microsoft.com/office/powerpoint/2010/main" val="301934087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846EF6-5954-3022-378E-749B88B44B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0DE62A86-4E95-E6D1-94AF-8B1F60256A57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0C1F0B0D-E8DB-47EA-C690-30DDA920032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7156" y="1127521"/>
            <a:ext cx="9944308" cy="4991577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07F4167A-C599-51AB-7534-1887A94D00B5}"/>
              </a:ext>
            </a:extLst>
          </p:cNvPr>
          <p:cNvSpPr/>
          <p:nvPr/>
        </p:nvSpPr>
        <p:spPr>
          <a:xfrm>
            <a:off x="2777490" y="2948940"/>
            <a:ext cx="3318510" cy="25146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B89B99EE-D21E-5785-4857-B30FF6953D2C}"/>
              </a:ext>
            </a:extLst>
          </p:cNvPr>
          <p:cNvSpPr/>
          <p:nvPr/>
        </p:nvSpPr>
        <p:spPr>
          <a:xfrm>
            <a:off x="2777490" y="2537460"/>
            <a:ext cx="177165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C76075A4-69CF-DB8B-2ABA-094B3B8D7DDB}"/>
              </a:ext>
            </a:extLst>
          </p:cNvPr>
          <p:cNvSpPr/>
          <p:nvPr/>
        </p:nvSpPr>
        <p:spPr>
          <a:xfrm>
            <a:off x="2777490" y="3679864"/>
            <a:ext cx="8241030" cy="823556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EBBCC630-123E-3957-0B1E-259C3357D615}"/>
              </a:ext>
            </a:extLst>
          </p:cNvPr>
          <p:cNvSpPr/>
          <p:nvPr/>
        </p:nvSpPr>
        <p:spPr>
          <a:xfrm>
            <a:off x="2560320" y="5624037"/>
            <a:ext cx="1436370" cy="54078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341502625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437C885-DA0A-082C-8122-482EEB24AA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13AB3EE-FA16-4531-71E6-A056F0A42B28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2923C34B-06CD-B4E2-EABE-EDF9146A449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8610" y="1185069"/>
            <a:ext cx="11144250" cy="4899341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212B4042-63C3-C0B8-9452-8F46CDF6D216}"/>
              </a:ext>
            </a:extLst>
          </p:cNvPr>
          <p:cNvSpPr/>
          <p:nvPr/>
        </p:nvSpPr>
        <p:spPr>
          <a:xfrm>
            <a:off x="4640580" y="3429000"/>
            <a:ext cx="177165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2A8F2D97-F716-3ECD-A930-7980CCD240CB}"/>
              </a:ext>
            </a:extLst>
          </p:cNvPr>
          <p:cNvSpPr txBox="1"/>
          <p:nvPr/>
        </p:nvSpPr>
        <p:spPr>
          <a:xfrm>
            <a:off x="4994910" y="3947200"/>
            <a:ext cx="110109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153420025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74463-E25B-DEEB-9399-14201AAA0DA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12E17B7E-355F-AE06-D151-A758405C12AA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508A33C2-DFE5-A6F0-D4CD-BEEC7E0D385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3900" y="1062989"/>
            <a:ext cx="10614660" cy="5419725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DE916FF3-F160-299E-F128-872ACD46F8AB}"/>
              </a:ext>
            </a:extLst>
          </p:cNvPr>
          <p:cNvSpPr/>
          <p:nvPr/>
        </p:nvSpPr>
        <p:spPr>
          <a:xfrm>
            <a:off x="853440" y="4217670"/>
            <a:ext cx="1771650" cy="3657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21CE5AE-5696-E0C1-72A1-5C94A2DC55D9}"/>
              </a:ext>
            </a:extLst>
          </p:cNvPr>
          <p:cNvSpPr txBox="1"/>
          <p:nvPr/>
        </p:nvSpPr>
        <p:spPr>
          <a:xfrm>
            <a:off x="2476500" y="4217670"/>
            <a:ext cx="1101090" cy="3657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</a:rPr>
              <a:t>클릭</a:t>
            </a:r>
          </a:p>
        </p:txBody>
      </p:sp>
    </p:spTree>
    <p:extLst>
      <p:ext uri="{BB962C8B-B14F-4D97-AF65-F5344CB8AC3E}">
        <p14:creationId xmlns:p14="http://schemas.microsoft.com/office/powerpoint/2010/main" val="219721935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B4ADB26-195D-93ED-10A0-7921F8E6D4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EEF649A-396C-4F16-6A1F-042C009B1F19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1889D48-6C4A-54FD-C941-700E570FE5C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9610" y="924877"/>
            <a:ext cx="9624060" cy="5373713"/>
          </a:xfrm>
          <a:prstGeom prst="rect">
            <a:avLst/>
          </a:prstGeom>
        </p:spPr>
      </p:pic>
      <p:sp>
        <p:nvSpPr>
          <p:cNvPr id="10" name="직사각형 9">
            <a:extLst>
              <a:ext uri="{FF2B5EF4-FFF2-40B4-BE49-F238E27FC236}">
                <a16:creationId xmlns:a16="http://schemas.microsoft.com/office/drawing/2014/main" id="{0790D9A6-D042-931A-6BDF-76BB879730B8}"/>
              </a:ext>
            </a:extLst>
          </p:cNvPr>
          <p:cNvSpPr/>
          <p:nvPr/>
        </p:nvSpPr>
        <p:spPr>
          <a:xfrm>
            <a:off x="5756910" y="2411730"/>
            <a:ext cx="4027170" cy="5143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02971537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109FE0C-E8F4-7DE7-7C9B-BA0ECA0DD7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60FEED3-D487-D873-FEBB-42098FB9E543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4" name="그림 3">
            <a:extLst>
              <a:ext uri="{FF2B5EF4-FFF2-40B4-BE49-F238E27FC236}">
                <a16:creationId xmlns:a16="http://schemas.microsoft.com/office/drawing/2014/main" id="{39402419-DC41-9A89-5C98-D8D361A971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021792"/>
            <a:ext cx="11590020" cy="4814416"/>
          </a:xfrm>
          <a:prstGeom prst="rect">
            <a:avLst/>
          </a:prstGeom>
        </p:spPr>
      </p:pic>
      <p:sp>
        <p:nvSpPr>
          <p:cNvPr id="5" name="직사각형 4">
            <a:extLst>
              <a:ext uri="{FF2B5EF4-FFF2-40B4-BE49-F238E27FC236}">
                <a16:creationId xmlns:a16="http://schemas.microsoft.com/office/drawing/2014/main" id="{7CA51CAF-901F-7023-79BB-408C20539DEE}"/>
              </a:ext>
            </a:extLst>
          </p:cNvPr>
          <p:cNvSpPr/>
          <p:nvPr/>
        </p:nvSpPr>
        <p:spPr>
          <a:xfrm>
            <a:off x="4225290" y="3886200"/>
            <a:ext cx="4027170" cy="51435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2638431D-88D8-7376-EA6E-28528A52E982}"/>
              </a:ext>
            </a:extLst>
          </p:cNvPr>
          <p:cNvSpPr/>
          <p:nvPr/>
        </p:nvSpPr>
        <p:spPr>
          <a:xfrm>
            <a:off x="4225290" y="4892039"/>
            <a:ext cx="3867150" cy="38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C6D98AB-601D-EBC5-BD3A-3F1DD0F0469C}"/>
              </a:ext>
            </a:extLst>
          </p:cNvPr>
          <p:cNvSpPr txBox="1"/>
          <p:nvPr/>
        </p:nvSpPr>
        <p:spPr>
          <a:xfrm>
            <a:off x="5055870" y="5466876"/>
            <a:ext cx="517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Add&gt;Jenkins </a:t>
            </a:r>
            <a:r>
              <a:rPr lang="ko-KR" altLang="en-US" b="1">
                <a:solidFill>
                  <a:srgbClr val="FF0000"/>
                </a:solidFill>
              </a:rPr>
              <a:t>클릭하여 </a:t>
            </a:r>
            <a:r>
              <a:rPr lang="en-US" altLang="ko-KR" b="1">
                <a:solidFill>
                  <a:srgbClr val="FF0000"/>
                </a:solidFill>
              </a:rPr>
              <a:t>Credentials </a:t>
            </a:r>
            <a:r>
              <a:rPr lang="ko-KR" altLang="en-US" b="1">
                <a:solidFill>
                  <a:srgbClr val="FF0000"/>
                </a:solidFill>
              </a:rPr>
              <a:t>암호 설정</a:t>
            </a:r>
          </a:p>
        </p:txBody>
      </p:sp>
    </p:spTree>
    <p:extLst>
      <p:ext uri="{BB962C8B-B14F-4D97-AF65-F5344CB8AC3E}">
        <p14:creationId xmlns:p14="http://schemas.microsoft.com/office/powerpoint/2010/main" val="573344171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AF5AE4-E936-D236-5E9A-C8D2520B89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3A6051C8-D779-CEE2-199C-B3CE4733FD38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CEC4D862-D534-63EE-52E2-8804D19B5AF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140935"/>
            <a:ext cx="10092690" cy="5491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39A32E39-C39E-C5E5-DA90-F471A92C8FD2}"/>
              </a:ext>
            </a:extLst>
          </p:cNvPr>
          <p:cNvSpPr txBox="1"/>
          <p:nvPr/>
        </p:nvSpPr>
        <p:spPr>
          <a:xfrm>
            <a:off x="1750695" y="3096181"/>
            <a:ext cx="517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ex.</a:t>
            </a:r>
            <a:r>
              <a:rPr lang="ko-KR" altLang="en-US" b="1">
                <a:solidFill>
                  <a:srgbClr val="FF0000"/>
                </a:solidFill>
              </a:rPr>
              <a:t> </a:t>
            </a:r>
            <a:r>
              <a:rPr lang="en-US" altLang="ko-KR" b="1">
                <a:solidFill>
                  <a:srgbClr val="FF0000"/>
                </a:solidFill>
              </a:rPr>
              <a:t>admin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D8D5D759-48B4-E099-8838-758111C66A37}"/>
              </a:ext>
            </a:extLst>
          </p:cNvPr>
          <p:cNvSpPr txBox="1"/>
          <p:nvPr/>
        </p:nvSpPr>
        <p:spPr>
          <a:xfrm>
            <a:off x="2162174" y="4605455"/>
            <a:ext cx="825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github </a:t>
            </a:r>
            <a:r>
              <a:rPr lang="ko-KR" altLang="en-US" b="1">
                <a:solidFill>
                  <a:srgbClr val="FF0000"/>
                </a:solidFill>
              </a:rPr>
              <a:t>사이트에서 토큰 생성</a:t>
            </a:r>
            <a:r>
              <a:rPr lang="en-US" altLang="ko-KR" b="1">
                <a:solidFill>
                  <a:srgbClr val="FF0000"/>
                </a:solidFill>
              </a:rPr>
              <a:t> Settings&gt; Devloper Settings &gt; Tokens(classic)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en-US" altLang="ko-KR" b="1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생성된 토큰을 여기 </a:t>
            </a:r>
            <a:r>
              <a:rPr lang="en-US" altLang="ko-KR" b="1">
                <a:solidFill>
                  <a:srgbClr val="FF0000"/>
                </a:solidFill>
                <a:sym typeface="Wingdings" panose="05000000000000000000" pitchFamily="2" charset="2"/>
              </a:rPr>
              <a:t>Password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에 복사</a:t>
            </a:r>
            <a:r>
              <a:rPr lang="ko-KR" altLang="en-US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8B7DC344-DC8D-75EE-E2A6-4436FA957F7E}"/>
              </a:ext>
            </a:extLst>
          </p:cNvPr>
          <p:cNvSpPr txBox="1"/>
          <p:nvPr/>
        </p:nvSpPr>
        <p:spPr>
          <a:xfrm>
            <a:off x="1750695" y="5526522"/>
            <a:ext cx="517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github_Jenkins (ID</a:t>
            </a:r>
            <a:r>
              <a:rPr lang="ko-KR" altLang="en-US" b="1">
                <a:solidFill>
                  <a:srgbClr val="FF0000"/>
                </a:solidFill>
              </a:rPr>
              <a:t>는 편하게 지으면 됨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179918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AA3F34-1F49-1593-1F00-E48851A2168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EF7E09F-1EDE-0B93-CE92-C80324ED00A7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11" name="그림 10">
            <a:extLst>
              <a:ext uri="{FF2B5EF4-FFF2-40B4-BE49-F238E27FC236}">
                <a16:creationId xmlns:a16="http://schemas.microsoft.com/office/drawing/2014/main" id="{786C6563-AAF0-3E90-CA34-78BC0F4DA1C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91540" y="1140935"/>
            <a:ext cx="10092690" cy="5491320"/>
          </a:xfrm>
          <a:prstGeom prst="rect">
            <a:avLst/>
          </a:prstGeom>
        </p:spPr>
      </p:pic>
      <p:sp>
        <p:nvSpPr>
          <p:cNvPr id="12" name="TextBox 11">
            <a:extLst>
              <a:ext uri="{FF2B5EF4-FFF2-40B4-BE49-F238E27FC236}">
                <a16:creationId xmlns:a16="http://schemas.microsoft.com/office/drawing/2014/main" id="{E37C1428-BAC3-8537-B333-22B5E1EECD01}"/>
              </a:ext>
            </a:extLst>
          </p:cNvPr>
          <p:cNvSpPr txBox="1"/>
          <p:nvPr/>
        </p:nvSpPr>
        <p:spPr>
          <a:xfrm>
            <a:off x="1750695" y="3096181"/>
            <a:ext cx="517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ex.</a:t>
            </a:r>
            <a:r>
              <a:rPr lang="ko-KR" altLang="en-US" b="1">
                <a:solidFill>
                  <a:srgbClr val="FF0000"/>
                </a:solidFill>
              </a:rPr>
              <a:t> </a:t>
            </a:r>
            <a:r>
              <a:rPr lang="en-US" altLang="ko-KR" b="1">
                <a:solidFill>
                  <a:srgbClr val="FF0000"/>
                </a:solidFill>
              </a:rPr>
              <a:t>admin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9ACE8542-5129-1FA8-DE66-5C132B952E82}"/>
              </a:ext>
            </a:extLst>
          </p:cNvPr>
          <p:cNvSpPr txBox="1"/>
          <p:nvPr/>
        </p:nvSpPr>
        <p:spPr>
          <a:xfrm>
            <a:off x="2162174" y="4605455"/>
            <a:ext cx="825055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github </a:t>
            </a:r>
            <a:r>
              <a:rPr lang="ko-KR" altLang="en-US" b="1">
                <a:solidFill>
                  <a:srgbClr val="FF0000"/>
                </a:solidFill>
              </a:rPr>
              <a:t>사이트에서 토큰 생성</a:t>
            </a:r>
            <a:r>
              <a:rPr lang="en-US" altLang="ko-KR" b="1">
                <a:solidFill>
                  <a:srgbClr val="FF0000"/>
                </a:solidFill>
              </a:rPr>
              <a:t> Settings&gt; Devloper Settings &gt; Tokens(classic)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en-US" altLang="ko-KR" b="1">
                <a:solidFill>
                  <a:srgbClr val="FF0000"/>
                </a:solidFill>
                <a:sym typeface="Wingdings" panose="05000000000000000000" pitchFamily="2" charset="2"/>
              </a:rPr>
              <a:t> 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생성된 토큰을 여기 </a:t>
            </a:r>
            <a:r>
              <a:rPr lang="en-US" altLang="ko-KR" b="1">
                <a:solidFill>
                  <a:srgbClr val="FF0000"/>
                </a:solidFill>
                <a:sym typeface="Wingdings" panose="05000000000000000000" pitchFamily="2" charset="2"/>
              </a:rPr>
              <a:t>Password</a:t>
            </a:r>
            <a:r>
              <a:rPr lang="ko-KR" altLang="en-US" b="1">
                <a:solidFill>
                  <a:srgbClr val="FF0000"/>
                </a:solidFill>
                <a:sym typeface="Wingdings" panose="05000000000000000000" pitchFamily="2" charset="2"/>
              </a:rPr>
              <a:t>에 복사</a:t>
            </a:r>
            <a:r>
              <a:rPr lang="ko-KR" altLang="en-US" b="1">
                <a:solidFill>
                  <a:srgbClr val="FF0000"/>
                </a:solidFill>
              </a:rPr>
              <a:t> 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A2E84239-0C4F-80AD-ED2C-CDD7350B1D7F}"/>
              </a:ext>
            </a:extLst>
          </p:cNvPr>
          <p:cNvSpPr txBox="1"/>
          <p:nvPr/>
        </p:nvSpPr>
        <p:spPr>
          <a:xfrm>
            <a:off x="1750695" y="5526522"/>
            <a:ext cx="517398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github_Jenkins (ID</a:t>
            </a:r>
            <a:r>
              <a:rPr lang="ko-KR" altLang="en-US" b="1">
                <a:solidFill>
                  <a:srgbClr val="FF0000"/>
                </a:solidFill>
              </a:rPr>
              <a:t>는 편하게 지으면 됨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endParaRPr lang="ko-KR" altLang="en-US" b="1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2427481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82FFA3-45A6-D673-CE65-B215C97E67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1CEEBF3-DC3B-1238-273F-36ACDF37CD65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C2983447-861C-D958-4841-A62DC945878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0946" y="914400"/>
            <a:ext cx="9591728" cy="557784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F38533FF-C50A-006A-B545-2E99558147D8}"/>
              </a:ext>
            </a:extLst>
          </p:cNvPr>
          <p:cNvSpPr/>
          <p:nvPr/>
        </p:nvSpPr>
        <p:spPr>
          <a:xfrm>
            <a:off x="5505450" y="3084158"/>
            <a:ext cx="3032760" cy="38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6862711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0E37B07-853E-1F7A-67BA-DB01A74578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7319D205-6A85-4852-55F7-A9AB6C10355E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70A6EE7D-CA57-7A90-BF1A-934C328B13B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05069"/>
            <a:ext cx="11274137" cy="4852781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3F34DFA-D654-4FB9-6233-814F68EC63A7}"/>
              </a:ext>
            </a:extLst>
          </p:cNvPr>
          <p:cNvSpPr/>
          <p:nvPr/>
        </p:nvSpPr>
        <p:spPr>
          <a:xfrm>
            <a:off x="3493770" y="3575648"/>
            <a:ext cx="3272790" cy="208220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1587092398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1AC1275-7F29-E702-94C5-30890557DBB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A5F7971-7C3E-B753-0261-4D466BFDEBE1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B563087-E189-C400-4B81-A0FDDEEADF4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253209"/>
            <a:ext cx="10949940" cy="4856768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833CE27D-7A7A-AC28-88EA-8E47B43CC072}"/>
              </a:ext>
            </a:extLst>
          </p:cNvPr>
          <p:cNvSpPr/>
          <p:nvPr/>
        </p:nvSpPr>
        <p:spPr>
          <a:xfrm>
            <a:off x="4865370" y="4089998"/>
            <a:ext cx="3032760" cy="38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9FDA2D82-81BE-D2E4-9023-57BB2EF9CFE8}"/>
              </a:ext>
            </a:extLst>
          </p:cNvPr>
          <p:cNvSpPr/>
          <p:nvPr/>
        </p:nvSpPr>
        <p:spPr>
          <a:xfrm>
            <a:off x="4709160" y="5522558"/>
            <a:ext cx="3032760" cy="381355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301923001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E5318E6-1669-16A4-9F3C-B42062D186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BB3DE83A-CF00-3319-1097-5F8AEC5F4E9A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1C999873-3563-081B-1429-6F9F6BC810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1470" y="1366526"/>
            <a:ext cx="11338560" cy="4124948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F8EBB037-DC35-E557-9F32-C9466208EE49}"/>
              </a:ext>
            </a:extLst>
          </p:cNvPr>
          <p:cNvSpPr/>
          <p:nvPr/>
        </p:nvSpPr>
        <p:spPr>
          <a:xfrm>
            <a:off x="4152900" y="3769958"/>
            <a:ext cx="3032760" cy="310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F90F38A3-2AC1-FDC6-AD07-EAF2B354CD65}"/>
              </a:ext>
            </a:extLst>
          </p:cNvPr>
          <p:cNvSpPr/>
          <p:nvPr/>
        </p:nvSpPr>
        <p:spPr>
          <a:xfrm>
            <a:off x="4118610" y="4848188"/>
            <a:ext cx="3032760" cy="310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851440802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990912-5BF0-C952-53F7-6853093762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4B67E749-5712-6283-C6E4-EEBE881BD49F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6D065E5D-9F80-1DD9-800B-B3280F2B6FC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50956" y="901028"/>
            <a:ext cx="8398747" cy="5737860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9AF413E-75DD-FF83-EC4C-372D4B526EF3}"/>
              </a:ext>
            </a:extLst>
          </p:cNvPr>
          <p:cNvSpPr/>
          <p:nvPr/>
        </p:nvSpPr>
        <p:spPr>
          <a:xfrm>
            <a:off x="7170420" y="2261198"/>
            <a:ext cx="3032760" cy="310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87BE0E01-8049-70AA-2F4F-0408F3E1BB06}"/>
              </a:ext>
            </a:extLst>
          </p:cNvPr>
          <p:cNvSpPr/>
          <p:nvPr/>
        </p:nvSpPr>
        <p:spPr>
          <a:xfrm>
            <a:off x="7254240" y="3769958"/>
            <a:ext cx="3032760" cy="310552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0DE7DE5-B09F-C8C1-6350-6703BAE1AEEA}"/>
              </a:ext>
            </a:extLst>
          </p:cNvPr>
          <p:cNvSpPr txBox="1"/>
          <p:nvPr/>
        </p:nvSpPr>
        <p:spPr>
          <a:xfrm>
            <a:off x="8073390" y="2591796"/>
            <a:ext cx="411861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Add&gt;Jenkins </a:t>
            </a:r>
            <a:r>
              <a:rPr lang="ko-KR" altLang="en-US" b="1">
                <a:solidFill>
                  <a:srgbClr val="FF0000"/>
                </a:solidFill>
              </a:rPr>
              <a:t>클릭하여 </a:t>
            </a:r>
            <a:r>
              <a:rPr lang="en-US" altLang="ko-KR" b="1">
                <a:solidFill>
                  <a:srgbClr val="FF0000"/>
                </a:solidFill>
              </a:rPr>
              <a:t>tomcat</a:t>
            </a:r>
            <a:r>
              <a:rPr lang="ko-KR" altLang="en-US" b="1">
                <a:solidFill>
                  <a:srgbClr val="FF0000"/>
                </a:solidFill>
              </a:rPr>
              <a:t> </a:t>
            </a:r>
            <a:r>
              <a:rPr lang="en-US" altLang="ko-KR" b="1">
                <a:solidFill>
                  <a:srgbClr val="FF0000"/>
                </a:solidFill>
              </a:rPr>
              <a:t>Credentials </a:t>
            </a:r>
            <a:r>
              <a:rPr lang="ko-KR" altLang="en-US" b="1">
                <a:solidFill>
                  <a:srgbClr val="FF0000"/>
                </a:solidFill>
              </a:rPr>
              <a:t>암호 설정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en-US" altLang="ko-KR" b="1">
                <a:solidFill>
                  <a:srgbClr val="FF0000"/>
                </a:solidFill>
              </a:rPr>
              <a:t>(cf. </a:t>
            </a:r>
            <a:r>
              <a:rPr lang="ko-KR" altLang="en-US" b="1">
                <a:solidFill>
                  <a:srgbClr val="FF0000"/>
                </a:solidFill>
              </a:rPr>
              <a:t>사전 </a:t>
            </a:r>
            <a:r>
              <a:rPr lang="en-US" altLang="ko-KR" b="1">
                <a:solidFill>
                  <a:srgbClr val="FF0000"/>
                </a:solidFill>
              </a:rPr>
              <a:t>tomcat </a:t>
            </a:r>
            <a:r>
              <a:rPr lang="ko-KR" altLang="en-US" b="1">
                <a:solidFill>
                  <a:srgbClr val="FF0000"/>
                </a:solidFill>
              </a:rPr>
              <a:t>설정 필요</a:t>
            </a:r>
            <a:r>
              <a:rPr lang="en-US" altLang="ko-KR" b="1">
                <a:solidFill>
                  <a:srgbClr val="FF0000"/>
                </a:solidFill>
              </a:rPr>
              <a:t>, </a:t>
            </a:r>
            <a:r>
              <a:rPr lang="ko-KR" altLang="en-US" b="1">
                <a:solidFill>
                  <a:srgbClr val="FF0000"/>
                </a:solidFill>
              </a:rPr>
              <a:t>뒷페이지 참조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endParaRPr lang="ko-KR" altLang="en-US" b="1">
              <a:solidFill>
                <a:srgbClr val="FF0000"/>
              </a:solidFill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0D93575C-DC90-74CC-194A-86DC32A6DABA}"/>
              </a:ext>
            </a:extLst>
          </p:cNvPr>
          <p:cNvSpPr/>
          <p:nvPr/>
        </p:nvSpPr>
        <p:spPr>
          <a:xfrm>
            <a:off x="6549390" y="5948691"/>
            <a:ext cx="1524000" cy="556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C15D121A-878D-DBC0-2E90-9B38E99E7150}"/>
              </a:ext>
            </a:extLst>
          </p:cNvPr>
          <p:cNvSpPr txBox="1"/>
          <p:nvPr/>
        </p:nvSpPr>
        <p:spPr>
          <a:xfrm>
            <a:off x="4516755" y="6041673"/>
            <a:ext cx="2032635" cy="3772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</a:rPr>
              <a:t> </a:t>
            </a:r>
            <a:r>
              <a:rPr lang="en-US" altLang="ko-KR" b="1">
                <a:solidFill>
                  <a:srgbClr val="FF0000"/>
                </a:solidFill>
              </a:rPr>
              <a:t>Save </a:t>
            </a:r>
            <a:r>
              <a:rPr lang="ko-KR" altLang="en-US" b="1">
                <a:solidFill>
                  <a:srgbClr val="FF0000"/>
                </a:solidFill>
              </a:rPr>
              <a:t>버튼 클릭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0E2DBE-13AF-3994-CAB1-DB21D6D8E072}"/>
              </a:ext>
            </a:extLst>
          </p:cNvPr>
          <p:cNvSpPr txBox="1"/>
          <p:nvPr/>
        </p:nvSpPr>
        <p:spPr>
          <a:xfrm>
            <a:off x="8227695" y="4080510"/>
            <a:ext cx="411861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Tomcat URL</a:t>
            </a:r>
            <a:r>
              <a:rPr lang="ko-KR" altLang="en-US" b="1">
                <a:solidFill>
                  <a:srgbClr val="FF0000"/>
                </a:solidFill>
              </a:rPr>
              <a:t>은 </a:t>
            </a:r>
            <a:r>
              <a:rPr lang="en-US" altLang="ko-KR" b="1">
                <a:solidFill>
                  <a:srgbClr val="FF0000"/>
                </a:solidFill>
              </a:rPr>
              <a:t>tomcat </a:t>
            </a:r>
            <a:r>
              <a:rPr lang="ko-KR" altLang="en-US" b="1">
                <a:solidFill>
                  <a:srgbClr val="FF0000"/>
                </a:solidFill>
              </a:rPr>
              <a:t>컨테이너 </a:t>
            </a:r>
            <a:r>
              <a:rPr lang="en-US" altLang="ko-KR" b="1">
                <a:solidFill>
                  <a:srgbClr val="FF0000"/>
                </a:solidFill>
              </a:rPr>
              <a:t>IP</a:t>
            </a:r>
            <a:r>
              <a:rPr lang="ko-KR" altLang="en-US" b="1">
                <a:solidFill>
                  <a:srgbClr val="FF0000"/>
                </a:solidFill>
              </a:rPr>
              <a:t>로 기입 </a:t>
            </a:r>
            <a:r>
              <a:rPr lang="en-US" altLang="ko-KR" b="1">
                <a:solidFill>
                  <a:srgbClr val="FF0000"/>
                </a:solidFill>
              </a:rPr>
              <a:t>: sudo docker inspect</a:t>
            </a:r>
            <a:r>
              <a:rPr lang="ko-KR" altLang="en-US" b="1">
                <a:solidFill>
                  <a:srgbClr val="FF0000"/>
                </a:solidFill>
              </a:rPr>
              <a:t>를 통해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en-US" altLang="ko-KR" b="1">
                <a:solidFill>
                  <a:srgbClr val="FF0000"/>
                </a:solidFill>
              </a:rPr>
              <a:t>ip address</a:t>
            </a:r>
            <a:r>
              <a:rPr lang="ko-KR" altLang="en-US" b="1">
                <a:solidFill>
                  <a:srgbClr val="FF0000"/>
                </a:solidFill>
              </a:rPr>
              <a:t> 추출</a:t>
            </a:r>
          </a:p>
        </p:txBody>
      </p:sp>
    </p:spTree>
    <p:extLst>
      <p:ext uri="{BB962C8B-B14F-4D97-AF65-F5344CB8AC3E}">
        <p14:creationId xmlns:p14="http://schemas.microsoft.com/office/powerpoint/2010/main" val="94032148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E0186A-45B9-662A-48FB-8E17CA1DA8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B4B380BE-1C4B-C5F1-AFFB-FCA8A1F5E1FB}"/>
              </a:ext>
            </a:extLst>
          </p:cNvPr>
          <p:cNvSpPr txBox="1"/>
          <p:nvPr/>
        </p:nvSpPr>
        <p:spPr>
          <a:xfrm>
            <a:off x="689610" y="232410"/>
            <a:ext cx="936879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WSL</a:t>
            </a:r>
            <a:r>
              <a:rPr lang="ko-KR" altLang="en-US" sz="2200" b="1">
                <a:solidFill>
                  <a:schemeClr val="tx2"/>
                </a:solidFill>
              </a:rPr>
              <a:t>에서 </a:t>
            </a:r>
            <a:r>
              <a:rPr lang="en-US" altLang="ko-KR" sz="2200" b="1">
                <a:solidFill>
                  <a:schemeClr val="tx2"/>
                </a:solidFill>
              </a:rPr>
              <a:t>tomcat docker </a:t>
            </a:r>
            <a:r>
              <a:rPr lang="ko-KR" altLang="en-US" sz="2200" b="1">
                <a:solidFill>
                  <a:schemeClr val="tx2"/>
                </a:solidFill>
              </a:rPr>
              <a:t>컨테이너에서 암호 설정</a:t>
            </a:r>
            <a:br>
              <a:rPr lang="en-US" altLang="ko-KR" sz="2200" b="1">
                <a:solidFill>
                  <a:schemeClr val="tx2"/>
                </a:solidFill>
              </a:rPr>
            </a:br>
            <a:r>
              <a:rPr lang="en-US" altLang="ko-KR" sz="2200" b="1">
                <a:solidFill>
                  <a:schemeClr val="tx2"/>
                </a:solidFill>
              </a:rPr>
              <a:t> =&gt; vi</a:t>
            </a:r>
            <a:r>
              <a:rPr lang="ko-KR" altLang="en-US" sz="2200" b="1">
                <a:solidFill>
                  <a:schemeClr val="tx2"/>
                </a:solidFill>
              </a:rPr>
              <a:t>가 설치 안됬을 경우 </a:t>
            </a:r>
            <a:r>
              <a:rPr lang="en-US" altLang="ko-KR" sz="2200" b="1">
                <a:solidFill>
                  <a:schemeClr val="tx2"/>
                </a:solidFill>
              </a:rPr>
              <a:t>: apt update  </a:t>
            </a:r>
            <a:r>
              <a:rPr lang="ko-KR" altLang="en-US" sz="2200" b="1">
                <a:solidFill>
                  <a:schemeClr val="tx2"/>
                </a:solidFill>
              </a:rPr>
              <a:t>그리고 </a:t>
            </a:r>
            <a:r>
              <a:rPr lang="en-US" altLang="ko-KR" sz="2200" b="1">
                <a:solidFill>
                  <a:schemeClr val="tx2"/>
                </a:solidFill>
              </a:rPr>
              <a:t>apt install vim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13" name="그림 12">
            <a:extLst>
              <a:ext uri="{FF2B5EF4-FFF2-40B4-BE49-F238E27FC236}">
                <a16:creationId xmlns:a16="http://schemas.microsoft.com/office/drawing/2014/main" id="{A5A3AD12-B99C-D1EE-7358-A00AB84713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" y="1374927"/>
            <a:ext cx="12192000" cy="312516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3097212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BAACA01-7640-FA88-B2A8-61F8FEEEDC9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447AB12A-67C9-13BA-2A06-3985085142F3}"/>
              </a:ext>
            </a:extLst>
          </p:cNvPr>
          <p:cNvSpPr txBox="1"/>
          <p:nvPr/>
        </p:nvSpPr>
        <p:spPr>
          <a:xfrm>
            <a:off x="689610" y="232410"/>
            <a:ext cx="9368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tomcat_users.xml </a:t>
            </a:r>
            <a:r>
              <a:rPr lang="ko-KR" altLang="en-US" sz="2200" b="1">
                <a:solidFill>
                  <a:schemeClr val="tx2"/>
                </a:solidFill>
              </a:rPr>
              <a:t>수정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4C8B0A27-46AB-A6B9-A102-CBC29FDA98E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19150" y="1121092"/>
            <a:ext cx="10553700" cy="3724275"/>
          </a:xfrm>
          <a:prstGeom prst="rect">
            <a:avLst/>
          </a:prstGeom>
        </p:spPr>
      </p:pic>
      <p:sp>
        <p:nvSpPr>
          <p:cNvPr id="4" name="직사각형 3">
            <a:extLst>
              <a:ext uri="{FF2B5EF4-FFF2-40B4-BE49-F238E27FC236}">
                <a16:creationId xmlns:a16="http://schemas.microsoft.com/office/drawing/2014/main" id="{7ADD566B-1570-A8C8-74E8-17B01B4A09B7}"/>
              </a:ext>
            </a:extLst>
          </p:cNvPr>
          <p:cNvSpPr/>
          <p:nvPr/>
        </p:nvSpPr>
        <p:spPr>
          <a:xfrm>
            <a:off x="933450" y="2983228"/>
            <a:ext cx="9033510" cy="1600201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A08F3C-75CD-8C72-29F0-E8FE790B8EE0}"/>
              </a:ext>
            </a:extLst>
          </p:cNvPr>
          <p:cNvSpPr txBox="1"/>
          <p:nvPr/>
        </p:nvSpPr>
        <p:spPr>
          <a:xfrm>
            <a:off x="1592580" y="4979491"/>
            <a:ext cx="77343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username</a:t>
            </a:r>
            <a:r>
              <a:rPr lang="ko-KR" altLang="en-US" b="1">
                <a:solidFill>
                  <a:srgbClr val="FF0000"/>
                </a:solidFill>
              </a:rPr>
              <a:t>과 </a:t>
            </a:r>
            <a:r>
              <a:rPr lang="en-US" altLang="ko-KR" b="1">
                <a:solidFill>
                  <a:srgbClr val="FF0000"/>
                </a:solidFill>
              </a:rPr>
              <a:t>password</a:t>
            </a:r>
            <a:r>
              <a:rPr lang="ko-KR" altLang="en-US" b="1">
                <a:solidFill>
                  <a:srgbClr val="FF0000"/>
                </a:solidFill>
              </a:rPr>
              <a:t>를 원하는 계정으로 변경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ko-KR" altLang="en-US" b="1">
                <a:solidFill>
                  <a:srgbClr val="FF0000"/>
                </a:solidFill>
              </a:rPr>
              <a:t>빨간 박스 추가 후 </a:t>
            </a:r>
            <a:r>
              <a:rPr lang="en-US" altLang="ko-KR" b="1">
                <a:solidFill>
                  <a:srgbClr val="FF0000"/>
                </a:solidFill>
              </a:rPr>
              <a:t>Esc</a:t>
            </a:r>
            <a:r>
              <a:rPr lang="ko-KR" altLang="en-US" b="1">
                <a:solidFill>
                  <a:srgbClr val="FF0000"/>
                </a:solidFill>
              </a:rPr>
              <a:t>키를 누른 후에  </a:t>
            </a:r>
            <a:r>
              <a:rPr lang="en-US" altLang="ko-KR" b="1">
                <a:solidFill>
                  <a:srgbClr val="FF0000"/>
                </a:solidFill>
              </a:rPr>
              <a:t>:wq  </a:t>
            </a:r>
            <a:r>
              <a:rPr lang="ko-KR" altLang="en-US" b="1">
                <a:solidFill>
                  <a:srgbClr val="FF0000"/>
                </a:solidFill>
              </a:rPr>
              <a:t>로 저장하여 빠져나옴 </a:t>
            </a:r>
          </a:p>
        </p:txBody>
      </p:sp>
    </p:spTree>
    <p:extLst>
      <p:ext uri="{BB962C8B-B14F-4D97-AF65-F5344CB8AC3E}">
        <p14:creationId xmlns:p14="http://schemas.microsoft.com/office/powerpoint/2010/main" val="2964188547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29D6267-0525-0554-B00B-40A43B56CFB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FDBF7355-22BE-CA2E-185E-BB727F296078}"/>
              </a:ext>
            </a:extLst>
          </p:cNvPr>
          <p:cNvSpPr txBox="1"/>
          <p:nvPr/>
        </p:nvSpPr>
        <p:spPr>
          <a:xfrm>
            <a:off x="689610" y="232410"/>
            <a:ext cx="9368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server.xml </a:t>
            </a:r>
            <a:r>
              <a:rPr lang="ko-KR" altLang="en-US" sz="2200" b="1">
                <a:solidFill>
                  <a:schemeClr val="tx2"/>
                </a:solidFill>
              </a:rPr>
              <a:t>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49702695-EC15-1F64-353B-FFF03172A9DC}"/>
              </a:ext>
            </a:extLst>
          </p:cNvPr>
          <p:cNvSpPr txBox="1"/>
          <p:nvPr/>
        </p:nvSpPr>
        <p:spPr>
          <a:xfrm>
            <a:off x="709612" y="5482917"/>
            <a:ext cx="10214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appBase=“webapps”</a:t>
            </a:r>
            <a:r>
              <a:rPr lang="ko-KR" altLang="en-US" b="1">
                <a:solidFill>
                  <a:srgbClr val="FF0000"/>
                </a:solidFill>
              </a:rPr>
              <a:t>를 </a:t>
            </a:r>
            <a:r>
              <a:rPr lang="en-US" altLang="ko-KR" b="1">
                <a:solidFill>
                  <a:srgbClr val="FF0000"/>
                </a:solidFill>
              </a:rPr>
              <a:t>appBase=“webapps.dist”</a:t>
            </a:r>
            <a:r>
              <a:rPr lang="ko-KR" altLang="en-US" b="1">
                <a:solidFill>
                  <a:srgbClr val="FF0000"/>
                </a:solidFill>
              </a:rPr>
              <a:t>로 변경 </a:t>
            </a:r>
            <a:r>
              <a:rPr lang="en-US" altLang="ko-KR" b="1">
                <a:solidFill>
                  <a:srgbClr val="FF0000"/>
                </a:solidFill>
              </a:rPr>
              <a:t>(docker</a:t>
            </a:r>
            <a:r>
              <a:rPr lang="ko-KR" altLang="en-US" b="1">
                <a:solidFill>
                  <a:srgbClr val="FF0000"/>
                </a:solidFill>
              </a:rPr>
              <a:t>에서는 </a:t>
            </a:r>
            <a:r>
              <a:rPr lang="en-US" altLang="ko-KR" b="1">
                <a:solidFill>
                  <a:srgbClr val="FF0000"/>
                </a:solidFill>
              </a:rPr>
              <a:t>webapps.dist</a:t>
            </a:r>
            <a:r>
              <a:rPr lang="ko-KR" altLang="en-US" b="1">
                <a:solidFill>
                  <a:srgbClr val="FF0000"/>
                </a:solidFill>
              </a:rPr>
              <a:t>를 활용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ko-KR" altLang="en-US" b="1">
                <a:solidFill>
                  <a:srgbClr val="FF0000"/>
                </a:solidFill>
              </a:rPr>
              <a:t>빨간 박스 추가 후 </a:t>
            </a:r>
            <a:r>
              <a:rPr lang="en-US" altLang="ko-KR" b="1">
                <a:solidFill>
                  <a:srgbClr val="FF0000"/>
                </a:solidFill>
              </a:rPr>
              <a:t>Esc</a:t>
            </a:r>
            <a:r>
              <a:rPr lang="ko-KR" altLang="en-US" b="1">
                <a:solidFill>
                  <a:srgbClr val="FF0000"/>
                </a:solidFill>
              </a:rPr>
              <a:t>키를 누른 후에  </a:t>
            </a:r>
            <a:r>
              <a:rPr lang="en-US" altLang="ko-KR" b="1">
                <a:solidFill>
                  <a:srgbClr val="FF0000"/>
                </a:solidFill>
              </a:rPr>
              <a:t>:wq  </a:t>
            </a:r>
            <a:r>
              <a:rPr lang="ko-KR" altLang="en-US" b="1">
                <a:solidFill>
                  <a:srgbClr val="FF0000"/>
                </a:solidFill>
              </a:rPr>
              <a:t>로 저장하여 빠져나옴 </a:t>
            </a:r>
          </a:p>
        </p:txBody>
      </p:sp>
      <p:pic>
        <p:nvPicPr>
          <p:cNvPr id="7" name="그림 6">
            <a:extLst>
              <a:ext uri="{FF2B5EF4-FFF2-40B4-BE49-F238E27FC236}">
                <a16:creationId xmlns:a16="http://schemas.microsoft.com/office/drawing/2014/main" id="{DB5195BA-EB20-6D8B-E311-7370740048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21180" y="1236821"/>
            <a:ext cx="7991475" cy="3995738"/>
          </a:xfrm>
          <a:prstGeom prst="rect">
            <a:avLst/>
          </a:prstGeom>
        </p:spPr>
      </p:pic>
      <p:sp>
        <p:nvSpPr>
          <p:cNvPr id="8" name="직사각형 7">
            <a:extLst>
              <a:ext uri="{FF2B5EF4-FFF2-40B4-BE49-F238E27FC236}">
                <a16:creationId xmlns:a16="http://schemas.microsoft.com/office/drawing/2014/main" id="{6B26F075-459B-F8CC-2EA7-F84F497F1A59}"/>
              </a:ext>
            </a:extLst>
          </p:cNvPr>
          <p:cNvSpPr/>
          <p:nvPr/>
        </p:nvSpPr>
        <p:spPr>
          <a:xfrm>
            <a:off x="2167890" y="3371850"/>
            <a:ext cx="5204460" cy="67437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</p:spTree>
    <p:extLst>
      <p:ext uri="{BB962C8B-B14F-4D97-AF65-F5344CB8AC3E}">
        <p14:creationId xmlns:p14="http://schemas.microsoft.com/office/powerpoint/2010/main" val="278478637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E02A7B-6A79-F389-988F-4F90909869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extBox 5">
            <a:extLst>
              <a:ext uri="{FF2B5EF4-FFF2-40B4-BE49-F238E27FC236}">
                <a16:creationId xmlns:a16="http://schemas.microsoft.com/office/drawing/2014/main" id="{255EC11D-ACFC-32E2-78ED-EA6FD451C8A9}"/>
              </a:ext>
            </a:extLst>
          </p:cNvPr>
          <p:cNvSpPr txBox="1"/>
          <p:nvPr/>
        </p:nvSpPr>
        <p:spPr>
          <a:xfrm>
            <a:off x="689610" y="232410"/>
            <a:ext cx="936879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context.xml </a:t>
            </a:r>
            <a:r>
              <a:rPr lang="ko-KR" altLang="en-US" sz="2200" b="1">
                <a:solidFill>
                  <a:schemeClr val="tx2"/>
                </a:solidFill>
              </a:rPr>
              <a:t>수정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6FC6DB0-C9C9-7FF2-A00A-401954B5C7A5}"/>
              </a:ext>
            </a:extLst>
          </p:cNvPr>
          <p:cNvSpPr txBox="1"/>
          <p:nvPr/>
        </p:nvSpPr>
        <p:spPr>
          <a:xfrm>
            <a:off x="709612" y="5482917"/>
            <a:ext cx="1021461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b="1">
                <a:solidFill>
                  <a:srgbClr val="FF0000"/>
                </a:solidFill>
              </a:rPr>
              <a:t>Valve className</a:t>
            </a:r>
            <a:r>
              <a:rPr lang="ko-KR" altLang="en-US" b="1">
                <a:solidFill>
                  <a:srgbClr val="FF0000"/>
                </a:solidFill>
              </a:rPr>
              <a:t>관련 태그 추가</a:t>
            </a:r>
            <a:r>
              <a:rPr lang="en-US" altLang="ko-KR" b="1">
                <a:solidFill>
                  <a:srgbClr val="FF0000"/>
                </a:solidFill>
              </a:rPr>
              <a:t>(</a:t>
            </a:r>
            <a:r>
              <a:rPr lang="ko-KR" altLang="en-US" b="1">
                <a:solidFill>
                  <a:srgbClr val="FF0000"/>
                </a:solidFill>
              </a:rPr>
              <a:t>다른 경로 </a:t>
            </a:r>
            <a:r>
              <a:rPr lang="en-US" altLang="ko-KR" b="1">
                <a:solidFill>
                  <a:srgbClr val="FF0000"/>
                </a:solidFill>
              </a:rPr>
              <a:t>IP</a:t>
            </a:r>
            <a:r>
              <a:rPr lang="ko-KR" altLang="en-US" b="1">
                <a:solidFill>
                  <a:srgbClr val="FF0000"/>
                </a:solidFill>
              </a:rPr>
              <a:t>에서 접근 허용</a:t>
            </a:r>
            <a:r>
              <a:rPr lang="en-US" altLang="ko-KR" b="1">
                <a:solidFill>
                  <a:srgbClr val="FF0000"/>
                </a:solidFill>
              </a:rPr>
              <a:t>)</a:t>
            </a:r>
            <a:br>
              <a:rPr lang="en-US" altLang="ko-KR" b="1">
                <a:solidFill>
                  <a:srgbClr val="FF0000"/>
                </a:solidFill>
              </a:rPr>
            </a:br>
            <a:r>
              <a:rPr lang="ko-KR" altLang="en-US" b="1">
                <a:solidFill>
                  <a:srgbClr val="FF0000"/>
                </a:solidFill>
              </a:rPr>
              <a:t>빨간 박스 추가 후 </a:t>
            </a:r>
            <a:r>
              <a:rPr lang="en-US" altLang="ko-KR" b="1">
                <a:solidFill>
                  <a:srgbClr val="FF0000"/>
                </a:solidFill>
              </a:rPr>
              <a:t>Esc</a:t>
            </a:r>
            <a:r>
              <a:rPr lang="ko-KR" altLang="en-US" b="1">
                <a:solidFill>
                  <a:srgbClr val="FF0000"/>
                </a:solidFill>
              </a:rPr>
              <a:t>키를 누른 후에  </a:t>
            </a:r>
            <a:r>
              <a:rPr lang="en-US" altLang="ko-KR" b="1">
                <a:solidFill>
                  <a:srgbClr val="FF0000"/>
                </a:solidFill>
              </a:rPr>
              <a:t>:wq  </a:t>
            </a:r>
            <a:r>
              <a:rPr lang="ko-KR" altLang="en-US" b="1">
                <a:solidFill>
                  <a:srgbClr val="FF0000"/>
                </a:solidFill>
              </a:rPr>
              <a:t>로 저장하여 빠져나옴 </a:t>
            </a: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71C8D027-E9B5-638F-BC00-61FE16C984C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1292" y="1657350"/>
            <a:ext cx="11989416" cy="323469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CFF668F-A3C0-B56E-8C33-EC9A9904951D}"/>
              </a:ext>
            </a:extLst>
          </p:cNvPr>
          <p:cNvSpPr txBox="1"/>
          <p:nvPr/>
        </p:nvSpPr>
        <p:spPr>
          <a:xfrm>
            <a:off x="709612" y="628323"/>
            <a:ext cx="1100613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(</a:t>
            </a:r>
            <a:r>
              <a:rPr lang="ko-KR" altLang="en-US" sz="2200" b="1">
                <a:solidFill>
                  <a:schemeClr val="tx2"/>
                </a:solidFill>
              </a:rPr>
              <a:t>경로 </a:t>
            </a:r>
            <a:r>
              <a:rPr lang="en-US" altLang="ko-KR" sz="2200" b="1">
                <a:solidFill>
                  <a:schemeClr val="tx2"/>
                </a:solidFill>
              </a:rPr>
              <a:t>: /usr/local/tomcat/webapps.dist/manager/META-INF/context.xml)</a:t>
            </a:r>
            <a:endParaRPr lang="ko-KR" altLang="en-US" sz="2200" b="1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1118847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4A700A2-4EEC-EE07-5F81-3915DFD6464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18B7F1F-DFDC-F8FE-7D54-4532206373BC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5" name="그림 4">
            <a:extLst>
              <a:ext uri="{FF2B5EF4-FFF2-40B4-BE49-F238E27FC236}">
                <a16:creationId xmlns:a16="http://schemas.microsoft.com/office/drawing/2014/main" id="{23AEFB18-B2EC-D48C-EAD2-0B95FE87EA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4355" y="1128712"/>
            <a:ext cx="11820525" cy="4600575"/>
          </a:xfrm>
          <a:prstGeom prst="rect">
            <a:avLst/>
          </a:prstGeom>
        </p:spPr>
      </p:pic>
      <p:sp>
        <p:nvSpPr>
          <p:cNvPr id="6" name="직사각형 5">
            <a:extLst>
              <a:ext uri="{FF2B5EF4-FFF2-40B4-BE49-F238E27FC236}">
                <a16:creationId xmlns:a16="http://schemas.microsoft.com/office/drawing/2014/main" id="{D21A3AC0-33C6-F7F3-1257-B161EC7CB0AB}"/>
              </a:ext>
            </a:extLst>
          </p:cNvPr>
          <p:cNvSpPr/>
          <p:nvPr/>
        </p:nvSpPr>
        <p:spPr>
          <a:xfrm>
            <a:off x="868680" y="3879861"/>
            <a:ext cx="1524000" cy="556260"/>
          </a:xfrm>
          <a:prstGeom prst="rect">
            <a:avLst/>
          </a:prstGeom>
          <a:noFill/>
          <a:ln w="285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ln>
                <a:solidFill>
                  <a:srgbClr val="FF0000"/>
                </a:solidFill>
              </a:ln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A8F3930-EE46-3D06-BA76-C2FCBF5DC276}"/>
              </a:ext>
            </a:extLst>
          </p:cNvPr>
          <p:cNvSpPr txBox="1"/>
          <p:nvPr/>
        </p:nvSpPr>
        <p:spPr>
          <a:xfrm>
            <a:off x="868680" y="3959128"/>
            <a:ext cx="411861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</a:rPr>
              <a:t>빌드 </a:t>
            </a:r>
          </a:p>
        </p:txBody>
      </p:sp>
    </p:spTree>
    <p:extLst>
      <p:ext uri="{BB962C8B-B14F-4D97-AF65-F5344CB8AC3E}">
        <p14:creationId xmlns:p14="http://schemas.microsoft.com/office/powerpoint/2010/main" val="1354593000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4859E1-8DFA-AC8B-165F-BC8AB5FB1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ED8578A9-BD44-DFAE-3C49-4097E61683D7}"/>
              </a:ext>
            </a:extLst>
          </p:cNvPr>
          <p:cNvSpPr txBox="1"/>
          <p:nvPr/>
        </p:nvSpPr>
        <p:spPr>
          <a:xfrm>
            <a:off x="689610" y="232410"/>
            <a:ext cx="4979670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ko-KR" sz="2200" b="1">
                <a:solidFill>
                  <a:schemeClr val="tx2"/>
                </a:solidFill>
              </a:rPr>
              <a:t>JENKINS &gt; Dashboard  </a:t>
            </a:r>
            <a:endParaRPr lang="ko-KR" altLang="en-US" sz="2200" b="1">
              <a:solidFill>
                <a:schemeClr val="tx2"/>
              </a:solidFill>
            </a:endParaRPr>
          </a:p>
        </p:txBody>
      </p:sp>
      <p:pic>
        <p:nvPicPr>
          <p:cNvPr id="3" name="그림 2">
            <a:extLst>
              <a:ext uri="{FF2B5EF4-FFF2-40B4-BE49-F238E27FC236}">
                <a16:creationId xmlns:a16="http://schemas.microsoft.com/office/drawing/2014/main" id="{BF2B3FD9-2258-C705-3AE7-6921F2AB1C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79838" y="464949"/>
            <a:ext cx="3832324" cy="6160641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C5F3ABAE-175F-EF80-CA25-66C63B940EEC}"/>
              </a:ext>
            </a:extLst>
          </p:cNvPr>
          <p:cNvSpPr txBox="1"/>
          <p:nvPr/>
        </p:nvSpPr>
        <p:spPr>
          <a:xfrm>
            <a:off x="689610" y="1330228"/>
            <a:ext cx="302895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b="1">
                <a:solidFill>
                  <a:srgbClr val="FF0000"/>
                </a:solidFill>
              </a:rPr>
              <a:t>녹색 </a:t>
            </a:r>
            <a:r>
              <a:rPr lang="en-US" altLang="ko-KR" b="1">
                <a:solidFill>
                  <a:srgbClr val="FF0000"/>
                </a:solidFill>
              </a:rPr>
              <a:t>: </a:t>
            </a:r>
            <a:r>
              <a:rPr lang="ko-KR" altLang="en-US" b="1">
                <a:solidFill>
                  <a:srgbClr val="FF0000"/>
                </a:solidFill>
              </a:rPr>
              <a:t>빌드 성공</a:t>
            </a:r>
            <a:endParaRPr lang="en-US" altLang="ko-KR" b="1">
              <a:solidFill>
                <a:srgbClr val="FF0000"/>
              </a:solidFill>
            </a:endParaRPr>
          </a:p>
          <a:p>
            <a:pPr algn="ctr"/>
            <a:r>
              <a:rPr lang="ko-KR" altLang="en-US" b="1">
                <a:solidFill>
                  <a:srgbClr val="FF0000"/>
                </a:solidFill>
              </a:rPr>
              <a:t>적색 </a:t>
            </a:r>
            <a:r>
              <a:rPr lang="en-US" altLang="ko-KR" b="1">
                <a:solidFill>
                  <a:srgbClr val="FF0000"/>
                </a:solidFill>
              </a:rPr>
              <a:t>: </a:t>
            </a:r>
            <a:r>
              <a:rPr lang="ko-KR" altLang="en-US" b="1">
                <a:solidFill>
                  <a:srgbClr val="FF0000"/>
                </a:solidFill>
              </a:rPr>
              <a:t>빌드 실패 </a:t>
            </a:r>
          </a:p>
        </p:txBody>
      </p:sp>
    </p:spTree>
    <p:extLst>
      <p:ext uri="{BB962C8B-B14F-4D97-AF65-F5344CB8AC3E}">
        <p14:creationId xmlns:p14="http://schemas.microsoft.com/office/powerpoint/2010/main" val="8314329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맑은 고딕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561</TotalTime>
  <Words>425</Words>
  <Application>Microsoft Office PowerPoint</Application>
  <PresentationFormat>와이드스크린</PresentationFormat>
  <Paragraphs>58</Paragraphs>
  <Slides>22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22</vt:i4>
      </vt:variant>
    </vt:vector>
  </HeadingPairs>
  <TitlesOfParts>
    <vt:vector size="26" baseType="lpstr">
      <vt:lpstr>맑은 고딕</vt:lpstr>
      <vt:lpstr>Arial</vt:lpstr>
      <vt:lpstr>Wingdings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대성 안</dc:creator>
  <cp:lastModifiedBy>대성 안</cp:lastModifiedBy>
  <cp:revision>38</cp:revision>
  <dcterms:created xsi:type="dcterms:W3CDTF">2025-04-22T06:34:44Z</dcterms:created>
  <dcterms:modified xsi:type="dcterms:W3CDTF">2025-04-29T06:57:34Z</dcterms:modified>
</cp:coreProperties>
</file>